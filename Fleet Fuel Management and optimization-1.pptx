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6858000" cy="9144000"/>
  <p:embeddedFontLst>
    <p:embeddedFont>
      <p:font typeface="Arial Bold" panose="020B0802020202020204" pitchFamily="34" charset="0"/>
      <p:regular r:id="rId16"/>
    </p:embeddedFont>
    <p:embeddedFont>
      <p:font typeface="Canva Sans Bold" panose="020B0803030501040103" pitchFamily="3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presProps" Target="presProps.xml" /><Relationship Id="rId3" Type="http://schemas.openxmlformats.org/officeDocument/2006/relationships/slide" Target="slides/slide2.xml" /><Relationship Id="rId21" Type="http://schemas.openxmlformats.org/officeDocument/2006/relationships/tableStyles" Target="tableStyle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font" Target="fonts/font2.fntdata" /><Relationship Id="rId2" Type="http://schemas.openxmlformats.org/officeDocument/2006/relationships/slide" Target="slides/slide1.xml" /><Relationship Id="rId16" Type="http://schemas.openxmlformats.org/officeDocument/2006/relationships/font" Target="fonts/font1.fntdata" /><Relationship Id="rId20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viewProps" Target="view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 /><Relationship Id="rId1" Type="http://schemas.openxmlformats.org/officeDocument/2006/relationships/slideLayout" Target="../slideLayouts/slideLayout7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 /><Relationship Id="rId1" Type="http://schemas.openxmlformats.org/officeDocument/2006/relationships/slideLayout" Target="../slideLayouts/slideLayout7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 /><Relationship Id="rId1" Type="http://schemas.openxmlformats.org/officeDocument/2006/relationships/slideLayout" Target="../slideLayouts/slideLayout7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 /><Relationship Id="rId1" Type="http://schemas.openxmlformats.org/officeDocument/2006/relationships/slideLayout" Target="../slideLayouts/slideLayout7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 /><Relationship Id="rId1" Type="http://schemas.openxmlformats.org/officeDocument/2006/relationships/slideLayout" Target="../slideLayouts/slideLayout7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 /><Relationship Id="rId1" Type="http://schemas.openxmlformats.org/officeDocument/2006/relationships/slideLayout" Target="../slideLayouts/slideLayout7.xml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 /><Relationship Id="rId2" Type="http://schemas.openxmlformats.org/officeDocument/2006/relationships/image" Target="../media/image13.png" /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572" y="0"/>
            <a:ext cx="18287993" cy="10287000"/>
          </a:xfrm>
          <a:custGeom>
            <a:avLst/>
            <a:gdLst/>
            <a:ahLst/>
            <a:cxnLst/>
            <a:rect l="l" t="t" r="r" b="b"/>
            <a:pathLst>
              <a:path w="18287993" h="10287000">
                <a:moveTo>
                  <a:pt x="0" y="0"/>
                </a:moveTo>
                <a:lnTo>
                  <a:pt x="18287993" y="0"/>
                </a:lnTo>
                <a:lnTo>
                  <a:pt x="1828799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572" y="0"/>
            <a:ext cx="18287993" cy="10287000"/>
          </a:xfrm>
          <a:custGeom>
            <a:avLst/>
            <a:gdLst/>
            <a:ahLst/>
            <a:cxnLst/>
            <a:rect l="l" t="t" r="r" b="b"/>
            <a:pathLst>
              <a:path w="18287993" h="10287000">
                <a:moveTo>
                  <a:pt x="0" y="0"/>
                </a:moveTo>
                <a:lnTo>
                  <a:pt x="18287993" y="0"/>
                </a:lnTo>
                <a:lnTo>
                  <a:pt x="1828799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572" y="0"/>
            <a:ext cx="18287993" cy="10287000"/>
          </a:xfrm>
          <a:custGeom>
            <a:avLst/>
            <a:gdLst/>
            <a:ahLst/>
            <a:cxnLst/>
            <a:rect l="l" t="t" r="r" b="b"/>
            <a:pathLst>
              <a:path w="18287993" h="10287000">
                <a:moveTo>
                  <a:pt x="0" y="0"/>
                </a:moveTo>
                <a:lnTo>
                  <a:pt x="18287993" y="0"/>
                </a:lnTo>
                <a:lnTo>
                  <a:pt x="1828799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85067" y="6340100"/>
            <a:ext cx="5974549" cy="1157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11"/>
              </a:lnSpc>
            </a:pPr>
            <a:r>
              <a:rPr lang="en-US" sz="6722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FEATURES 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572" y="0"/>
            <a:ext cx="18287993" cy="10287000"/>
          </a:xfrm>
          <a:custGeom>
            <a:avLst/>
            <a:gdLst/>
            <a:ahLst/>
            <a:cxnLst/>
            <a:rect l="l" t="t" r="r" b="b"/>
            <a:pathLst>
              <a:path w="18287993" h="10287000">
                <a:moveTo>
                  <a:pt x="0" y="0"/>
                </a:moveTo>
                <a:lnTo>
                  <a:pt x="18287993" y="0"/>
                </a:lnTo>
                <a:lnTo>
                  <a:pt x="1828799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572" y="0"/>
            <a:ext cx="18287993" cy="10287000"/>
          </a:xfrm>
          <a:custGeom>
            <a:avLst/>
            <a:gdLst/>
            <a:ahLst/>
            <a:cxnLst/>
            <a:rect l="l" t="t" r="r" b="b"/>
            <a:pathLst>
              <a:path w="18287993" h="10287000">
                <a:moveTo>
                  <a:pt x="0" y="0"/>
                </a:moveTo>
                <a:lnTo>
                  <a:pt x="18287993" y="0"/>
                </a:lnTo>
                <a:lnTo>
                  <a:pt x="1828799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572" y="0"/>
            <a:ext cx="18287993" cy="10287000"/>
          </a:xfrm>
          <a:custGeom>
            <a:avLst/>
            <a:gdLst/>
            <a:ahLst/>
            <a:cxnLst/>
            <a:rect l="l" t="t" r="r" b="b"/>
            <a:pathLst>
              <a:path w="18287993" h="10287000">
                <a:moveTo>
                  <a:pt x="0" y="0"/>
                </a:moveTo>
                <a:lnTo>
                  <a:pt x="18287993" y="0"/>
                </a:lnTo>
                <a:lnTo>
                  <a:pt x="1828799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572" y="0"/>
            <a:ext cx="18287993" cy="10287000"/>
          </a:xfrm>
          <a:custGeom>
            <a:avLst/>
            <a:gdLst/>
            <a:ahLst/>
            <a:cxnLst/>
            <a:rect l="l" t="t" r="r" b="b"/>
            <a:pathLst>
              <a:path w="18287993" h="10287000">
                <a:moveTo>
                  <a:pt x="0" y="0"/>
                </a:moveTo>
                <a:lnTo>
                  <a:pt x="18287993" y="0"/>
                </a:lnTo>
                <a:lnTo>
                  <a:pt x="1828799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572" y="0"/>
            <a:ext cx="18287993" cy="10287000"/>
          </a:xfrm>
          <a:custGeom>
            <a:avLst/>
            <a:gdLst/>
            <a:ahLst/>
            <a:cxnLst/>
            <a:rect l="l" t="t" r="r" b="b"/>
            <a:pathLst>
              <a:path w="18287993" h="10287000">
                <a:moveTo>
                  <a:pt x="0" y="0"/>
                </a:moveTo>
                <a:lnTo>
                  <a:pt x="18287993" y="0"/>
                </a:lnTo>
                <a:lnTo>
                  <a:pt x="1828799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572" y="0"/>
            <a:ext cx="18287993" cy="10287000"/>
          </a:xfrm>
          <a:custGeom>
            <a:avLst/>
            <a:gdLst/>
            <a:ahLst/>
            <a:cxnLst/>
            <a:rect l="l" t="t" r="r" b="b"/>
            <a:pathLst>
              <a:path w="18287993" h="10287000">
                <a:moveTo>
                  <a:pt x="0" y="0"/>
                </a:moveTo>
                <a:lnTo>
                  <a:pt x="18287993" y="0"/>
                </a:lnTo>
                <a:lnTo>
                  <a:pt x="1828799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572" y="0"/>
            <a:ext cx="18287993" cy="10287000"/>
          </a:xfrm>
          <a:custGeom>
            <a:avLst/>
            <a:gdLst/>
            <a:ahLst/>
            <a:cxnLst/>
            <a:rect l="l" t="t" r="r" b="b"/>
            <a:pathLst>
              <a:path w="18287993" h="10287000">
                <a:moveTo>
                  <a:pt x="0" y="0"/>
                </a:moveTo>
                <a:lnTo>
                  <a:pt x="18287993" y="0"/>
                </a:lnTo>
                <a:lnTo>
                  <a:pt x="1828799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572" y="0"/>
            <a:ext cx="18287993" cy="10287000"/>
          </a:xfrm>
          <a:custGeom>
            <a:avLst/>
            <a:gdLst/>
            <a:ahLst/>
            <a:cxnLst/>
            <a:rect l="l" t="t" r="r" b="b"/>
            <a:pathLst>
              <a:path w="18287993" h="10287000">
                <a:moveTo>
                  <a:pt x="0" y="0"/>
                </a:moveTo>
                <a:lnTo>
                  <a:pt x="18287993" y="0"/>
                </a:lnTo>
                <a:lnTo>
                  <a:pt x="1828799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572" y="0"/>
            <a:ext cx="18287993" cy="10287000"/>
          </a:xfrm>
          <a:custGeom>
            <a:avLst/>
            <a:gdLst/>
            <a:ahLst/>
            <a:cxnLst/>
            <a:rect l="l" t="t" r="r" b="b"/>
            <a:pathLst>
              <a:path w="18287993" h="10287000">
                <a:moveTo>
                  <a:pt x="0" y="0"/>
                </a:moveTo>
                <a:lnTo>
                  <a:pt x="18287993" y="0"/>
                </a:lnTo>
                <a:lnTo>
                  <a:pt x="1828799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572" y="0"/>
            <a:ext cx="18287993" cy="10287000"/>
          </a:xfrm>
          <a:custGeom>
            <a:avLst/>
            <a:gdLst/>
            <a:ahLst/>
            <a:cxnLst/>
            <a:rect l="l" t="t" r="r" b="b"/>
            <a:pathLst>
              <a:path w="18287993" h="10287000">
                <a:moveTo>
                  <a:pt x="0" y="0"/>
                </a:moveTo>
                <a:lnTo>
                  <a:pt x="18287993" y="0"/>
                </a:lnTo>
                <a:lnTo>
                  <a:pt x="1828799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5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640554" y="1297534"/>
            <a:ext cx="11404113" cy="11487660"/>
          </a:xfrm>
          <a:custGeom>
            <a:avLst/>
            <a:gdLst/>
            <a:ahLst/>
            <a:cxnLst/>
            <a:rect l="l" t="t" r="r" b="b"/>
            <a:pathLst>
              <a:path w="11404113" h="11487660">
                <a:moveTo>
                  <a:pt x="0" y="0"/>
                </a:moveTo>
                <a:lnTo>
                  <a:pt x="11404113" y="0"/>
                </a:lnTo>
                <a:lnTo>
                  <a:pt x="11404113" y="11487660"/>
                </a:lnTo>
                <a:lnTo>
                  <a:pt x="0" y="114876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1383774">
            <a:off x="7565571" y="197405"/>
            <a:ext cx="11226909" cy="14341591"/>
            <a:chOff x="0" y="0"/>
            <a:chExt cx="2956881" cy="377720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56881" cy="3777209"/>
            </a:xfrm>
            <a:custGeom>
              <a:avLst/>
              <a:gdLst/>
              <a:ahLst/>
              <a:cxnLst/>
              <a:rect l="l" t="t" r="r" b="b"/>
              <a:pathLst>
                <a:path w="2956881" h="3777209">
                  <a:moveTo>
                    <a:pt x="0" y="0"/>
                  </a:moveTo>
                  <a:lnTo>
                    <a:pt x="2956881" y="0"/>
                  </a:lnTo>
                  <a:lnTo>
                    <a:pt x="2956881" y="3777209"/>
                  </a:lnTo>
                  <a:lnTo>
                    <a:pt x="0" y="3777209"/>
                  </a:lnTo>
                  <a:close/>
                </a:path>
              </a:pathLst>
            </a:custGeom>
            <a:gradFill rotWithShape="1">
              <a:gsLst>
                <a:gs pos="0">
                  <a:srgbClr val="141519">
                    <a:alpha val="100000"/>
                  </a:srgbClr>
                </a:gs>
                <a:gs pos="100000">
                  <a:srgbClr val="141519">
                    <a:alpha val="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28575"/>
              <a:ext cx="2956881" cy="37486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67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1383774">
            <a:off x="7012072" y="108644"/>
            <a:ext cx="10773748" cy="14341591"/>
            <a:chOff x="0" y="0"/>
            <a:chExt cx="2837530" cy="377720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37530" cy="3777209"/>
            </a:xfrm>
            <a:custGeom>
              <a:avLst/>
              <a:gdLst/>
              <a:ahLst/>
              <a:cxnLst/>
              <a:rect l="l" t="t" r="r" b="b"/>
              <a:pathLst>
                <a:path w="2837530" h="3777209">
                  <a:moveTo>
                    <a:pt x="0" y="0"/>
                  </a:moveTo>
                  <a:lnTo>
                    <a:pt x="2837530" y="0"/>
                  </a:lnTo>
                  <a:lnTo>
                    <a:pt x="2837530" y="3777209"/>
                  </a:lnTo>
                  <a:lnTo>
                    <a:pt x="0" y="3777209"/>
                  </a:lnTo>
                  <a:close/>
                </a:path>
              </a:pathLst>
            </a:custGeom>
            <a:gradFill rotWithShape="1">
              <a:gsLst>
                <a:gs pos="0">
                  <a:srgbClr val="141519">
                    <a:alpha val="100000"/>
                  </a:srgbClr>
                </a:gs>
                <a:gs pos="100000">
                  <a:srgbClr val="141519">
                    <a:alpha val="0"/>
                  </a:srgbClr>
                </a:gs>
              </a:gsLst>
              <a:lin ang="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0" y="28575"/>
              <a:ext cx="2837530" cy="37486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67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054482" y="3201063"/>
            <a:ext cx="5946728" cy="818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75"/>
              </a:lnSpc>
            </a:pPr>
            <a:r>
              <a:rPr lang="en-US" sz="5767" b="1" spc="-92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THANK YOU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Your paragraph text</dc:title>
  <cp:lastModifiedBy>sasikiran ravulapalli</cp:lastModifiedBy>
  <cp:revision>2</cp:revision>
  <dcterms:created xsi:type="dcterms:W3CDTF">2006-08-16T00:00:00Z</dcterms:created>
  <dcterms:modified xsi:type="dcterms:W3CDTF">2025-02-19T07:46:26Z</dcterms:modified>
  <dc:identifier>DAGfdXqtuUg</dc:identifier>
</cp:coreProperties>
</file>